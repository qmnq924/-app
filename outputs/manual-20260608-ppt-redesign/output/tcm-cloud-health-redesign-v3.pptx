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965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pic>
        <p:nvPicPr>
          <p:cNvPr id="3" name="Image 0" descr="C:\Users\Administrator\Documents\中医云健康app\outputs\manual-20260608-ppt-redesign\presentations\tcm-health-redesign\assets\image2-health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>
              <a:alpha val="78000"/>
            </a:srgbClr>
          </a:solidFill>
          <a:ln w="12700">
            <a:solidFill>
              <a:srgbClr val="F4F8F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3504" y="658368"/>
            <a:ext cx="5074920" cy="5074920"/>
          </a:xfrm>
          <a:prstGeom prst="roundRect">
            <a:avLst>
              <a:gd name="adj" fmla="val 2523"/>
            </a:avLst>
          </a:prstGeom>
          <a:solidFill>
            <a:srgbClr val="FFFFFF">
              <a:alpha val="92000"/>
            </a:srgbClr>
          </a:solidFill>
          <a:ln w="11430">
            <a:solidFill>
              <a:srgbClr val="E5ECE7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REPORT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77824" y="1005840"/>
            <a:ext cx="45262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中医云健康 App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项目汇报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77824" y="2724912"/>
            <a:ext cx="43891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面向传染病方向的移动端健康管理 App：从首页状态、AI 问诊、健康检测到慢病档案，形成可运行、可打包、可演示的完整产品。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868680" y="4041648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DFF3EE"/>
          </a:solidFill>
          <a:ln w="12700">
            <a:solidFill>
              <a:srgbClr val="DFF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110228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16:9 汇报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901952" y="4041648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E7EDFF"/>
          </a:solidFill>
          <a:ln w="12700">
            <a:solidFill>
              <a:srgbClr val="E7ED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01952" y="4110228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6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真实截图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26080" y="4041648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FFF2CF"/>
          </a:solidFill>
          <a:ln w="12700">
            <a:solidFill>
              <a:srgbClr val="FFF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4110228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C6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image2 主视觉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96112" y="457200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页面比例、文字层级、截图比例与元素规范都已重新校正。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96112" y="49926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959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交付结构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896112" y="5175504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首页仪表盘 · AI 问诊 · 健康检测 · 传染病管理 · 饮食/体质/运动 · 百科/讲堂 · 本地数据 · APK 打包</a:t>
            </a:r>
            <a:endParaRPr lang="en-US" sz="12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这不是功能清单，而是一条健康管理路径。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78638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汇报时要让听众先理解产品逻辑：用户每天进来，不是浏览页面，而是完成一次健康状态判断。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77824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先看状态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首页整合评分、风险、待办和指标摘要，第一屏直接回答“今天重点是什么”。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08576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再做动作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8576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问诊、检测、慢病档案、饮食和运动不是孤立模块，而是连续行动。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9872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39328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最后沉淀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百科、讲堂、个人档案和设置承接学习、收藏、本地数据与隐私说明。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5669280"/>
            <a:ext cx="10058400" cy="0"/>
          </a:xfrm>
          <a:prstGeom prst="line">
            <a:avLst/>
          </a:prstGeom>
          <a:noFill/>
          <a:ln w="15240">
            <a:solidFill>
              <a:srgbClr val="0D7A6A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87959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汇报主线：状态入口 → 问诊/检测 → 疾病档案 → 康复管理 → 内容与数据闭环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首页像一个健康驾驶舱，而不是菜单页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217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真实截图展示：评分、风险、待办、核心入口和数据摘要都在移动端第一屏建立优先级。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882128" y="713232"/>
            <a:ext cx="2471805" cy="534924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564" y="772668"/>
            <a:ext cx="2352933" cy="5230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82128" y="6190488"/>
            <a:ext cx="24718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首页健康仪表盘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85800" y="2240280"/>
            <a:ext cx="15087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2104" y="236829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健康评分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32104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395728" y="2240280"/>
            <a:ext cx="1691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542032" y="236829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重点疾病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2542032" y="25877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肺结核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343400" y="2240280"/>
            <a:ext cx="14813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89704" y="236829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核心入口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4489704" y="258775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个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13232" y="3474720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4015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第一屏把“今天该关注什么”讲清楚，降低用户进入后的迷失感。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3232" y="3986784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" y="39136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五栏底部导航负责主路径，首页宫格负责次级服务。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3232" y="4498848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7824" y="44256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疾病切换、风险提示、检测摘要和推荐内容形成完整服务体系。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5303520"/>
            <a:ext cx="5925312" cy="566928"/>
          </a:xfrm>
          <a:prstGeom prst="roundRect">
            <a:avLst>
              <a:gd name="adj" fmla="val 22581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14400" y="5495544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这一页是产品感的核心：让用户感到 App 在主动帮他管理，而不是等他自己找功能。</a:t>
            </a:r>
            <a:endParaRPr lang="en-US" sz="11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CONSULT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275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问诊把一句症状，转成一组可执行建议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08176"/>
            <a:ext cx="7315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真实页面保留聊天体验，结果以辨证思路、生活方式建议和就医提醒卡片呈现。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41248" y="1874520"/>
            <a:ext cx="1880262" cy="4069080"/>
          </a:xfrm>
          <a:prstGeom prst="roundRect">
            <a:avLst>
              <a:gd name="adj" fmla="val 1069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con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33956"/>
            <a:ext cx="1761390" cy="3950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71616"/>
            <a:ext cx="18802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在线问诊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86784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69664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645152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197096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症状、时长、接触史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27648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10528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986016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识别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37960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传染病方向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68512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51392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326880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878824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辨证 + 建议 + 提醒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986784" y="4187952"/>
            <a:ext cx="70866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251960" y="44074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问诊页的汇报重点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251960" y="477316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它不是“AI 聊天窗口”的演示，而是把输入结构化为：疾病方向判断、辨证依据、健康管理动作和红旗症状提醒。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检测页从“填表”升级成“风险状态”。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217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体温、血压、血糖、心率、睡眠和步数被放进同一套评分逻辑，方便连续观察。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55280" y="777240"/>
            <a:ext cx="2429552" cy="5257800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16" y="836676"/>
            <a:ext cx="2310680" cy="5138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6163056"/>
            <a:ext cx="242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健康检测页面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6656" y="2148840"/>
            <a:ext cx="62179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4323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7 日趋势示意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60704" y="3335731"/>
            <a:ext cx="310896" cy="395021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55648" y="3204058"/>
            <a:ext cx="310896" cy="526694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50592" y="3138221"/>
            <a:ext cx="310896" cy="592531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45536" y="3050438"/>
            <a:ext cx="310896" cy="680314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0" y="2940710"/>
            <a:ext cx="310896" cy="790042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35424" y="2874874"/>
            <a:ext cx="310896" cy="855878"/>
          </a:xfrm>
          <a:prstGeom prst="roundRect">
            <a:avLst>
              <a:gd name="adj" fmla="val 17647"/>
            </a:avLst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30368" y="2765146"/>
            <a:ext cx="310896" cy="965606"/>
          </a:xfrm>
          <a:prstGeom prst="roundRect">
            <a:avLst>
              <a:gd name="adj" fmla="val 17647"/>
            </a:avLst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" y="3767328"/>
            <a:ext cx="5010912" cy="0"/>
          </a:xfrm>
          <a:prstGeom prst="line">
            <a:avLst/>
          </a:prstGeom>
          <a:noFill/>
          <a:ln w="12700">
            <a:solidFill>
              <a:srgbClr val="DDE8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4828032"/>
            <a:ext cx="14813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59536" y="495604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859536" y="517550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36.7°C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395728" y="4828032"/>
            <a:ext cx="1517904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542032" y="495604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血压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2542032" y="517550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118/76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096512" y="4828032"/>
            <a:ext cx="132588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242816" y="4956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血糖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4242816" y="5175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5.6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596128" y="4828032"/>
            <a:ext cx="132588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742432" y="4956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5742432" y="5175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7.2h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41648" y="56692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传染病管理：疾病库 + 日常动作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041648" y="1316736"/>
            <a:ext cx="65379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内置艾滋病、肺结核、病毒性肝炎、流感、手足口病，围绕症状、证型、饮食、运动和就医提醒组织。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749808" y="1353312"/>
            <a:ext cx="2260540" cy="4892040"/>
          </a:xfrm>
          <a:prstGeom prst="roundRect">
            <a:avLst>
              <a:gd name="adj" fmla="val 889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chro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412748"/>
            <a:ext cx="2141668" cy="4773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373368"/>
            <a:ext cx="226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传染病管理页面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041648" y="1847088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61104" y="197510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艾滋病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5815584" y="19842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依从性 / 机会感染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9189720" y="1938528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89720" y="2007108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041648" y="2505456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61104" y="263347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肺结核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815584" y="26426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规范治疗 / 通风隔离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9189720" y="2596896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DFF3EE"/>
          </a:solidFill>
          <a:ln w="12700">
            <a:solidFill>
              <a:srgbClr val="DFF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89720" y="2665476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041648" y="3163824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61104" y="329184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病毒性肝炎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5815584" y="33009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肝功 / 病毒载量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9189720" y="3255264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89720" y="3323844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041648" y="3822192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61104" y="395020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流感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5815584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 / 呼吸道症状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9189720" y="3913632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89720" y="3982212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041648" y="4480560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61104" y="460857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手足口病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5815584" y="4617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皮疹 / 儿童观察</a:t>
            </a:r>
            <a:endParaRPr lang="en-US" sz="1060" dirty="0"/>
          </a:p>
        </p:txBody>
      </p:sp>
      <p:sp>
        <p:nvSpPr>
          <p:cNvPr id="33" name="Shape 30"/>
          <p:cNvSpPr/>
          <p:nvPr/>
        </p:nvSpPr>
        <p:spPr>
          <a:xfrm>
            <a:off x="9189720" y="4572000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89720" y="4640580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041648" y="5413248"/>
            <a:ext cx="6583680" cy="621792"/>
          </a:xfrm>
          <a:prstGeom prst="roundRect">
            <a:avLst>
              <a:gd name="adj" fmla="val 20588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315968" y="56235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汇报话术：疾病库不是百科堆叠，而是慢病式连续管理的基础数据层。</a:t>
            </a:r>
            <a:endParaRPr lang="en-US" sz="11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464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恢复闭环：饮食、体质、运动、内容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0352" y="1280160"/>
            <a:ext cx="7269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用户完成问诊和检测后，需要知道怎么吃、能不能动、看什么内容、怎样持续记录。</a:t>
            </a:r>
            <a:endParaRPr lang="en-US" sz="1220" dirty="0"/>
          </a:p>
        </p:txBody>
      </p:sp>
      <p:pic>
        <p:nvPicPr>
          <p:cNvPr id="7" name="Image 0" descr="C:\Users\Administrator\Documents\中医云健康app\outputs\manual-20260608-ppt-redesign\presentations\tcm-health-redesign\assets\redesign-flow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4848" y="1856232"/>
            <a:ext cx="4114800" cy="2240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2139696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膳食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7824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清淡高蛋白、补水、避免烟酒辛辣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3566160" y="2139696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30752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体质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30752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九种体质问卷，输出调理方向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713232" y="3364992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77824" y="3529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运动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77824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恢复期轻量运动，发热期暂停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3566160" y="3364992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730752" y="3529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内容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730752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百科与讲堂承接科普和收藏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7360920" y="4187952"/>
            <a:ext cx="921117" cy="1993392"/>
          </a:xfrm>
          <a:prstGeom prst="roundRect">
            <a:avLst>
              <a:gd name="adj" fmla="val 2184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21" name="Image 1" descr="C:\Users\Administrator\Documents\中医云健康app\outputs\manual-20260608-ppt-redesign\presentations\tcm-health-redesign\screens\l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4247388"/>
            <a:ext cx="802245" cy="18745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60920" y="6309360"/>
            <a:ext cx="9211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讲堂内容页面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9308592" y="4187952"/>
            <a:ext cx="921117" cy="1993392"/>
          </a:xfrm>
          <a:prstGeom prst="roundRect">
            <a:avLst>
              <a:gd name="adj" fmla="val 2184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24" name="Image 2" descr="C:\Users\Administrator\Documents\中医云健康app\outputs\manual-20260608-ppt-redesign\presentations\tcm-health-redesign\screens\pro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8028" y="4247388"/>
            <a:ext cx="802245" cy="18745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308592" y="6309360"/>
            <a:ext cx="9211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个人档案页面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技术上保留轻量，但交付链路完整。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858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项目不依赖真实后端，使用本地 mock 和 localStorage，最终通过 Capacitor 生成 Android APK。</a:t>
            </a:r>
            <a:endParaRPr lang="en-US" sz="1350" dirty="0"/>
          </a:p>
        </p:txBody>
      </p:sp>
      <p:pic>
        <p:nvPicPr>
          <p:cNvPr id="7" name="Image 0" descr="C:\Users\Administrator\Documents\中医云健康app\outputs\manual-20260608-ppt-redesign\presentations\tcm-health-redesign\assets\redesign-abstract-care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3720" y="960120"/>
            <a:ext cx="411480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页面构建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40864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9504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035808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35808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交互逻辑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17136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65776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212080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12080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93408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42048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88352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Capacitor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88352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WebView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869680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18320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564624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APK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564624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F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手机测试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13232" y="4773168"/>
            <a:ext cx="5120640" cy="822960"/>
          </a:xfrm>
          <a:prstGeom prst="roundRect">
            <a:avLst>
              <a:gd name="adj" fmla="val 1555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32688" y="49834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MCP 流程参考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148840" y="4956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参考：ykuwai/ppt-mcp。采用 PowerPoint COM 自动化思路，最终用本机 PowerPoint 打开、加动画、导出预览检查。</a:t>
            </a:r>
            <a:endParaRPr lang="en-US" sz="106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QA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新版 PPT：少字、等比、留白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530352" y="1316736"/>
            <a:ext cx="67665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面向汇报场景，重点不是塞满信息，而是让每一页都能被听众快速理解。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084832"/>
            <a:ext cx="1668997" cy="3611880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144268"/>
            <a:ext cx="1550125" cy="34930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824728"/>
            <a:ext cx="1668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79776" y="2084832"/>
            <a:ext cx="1668997" cy="3611880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11" name="Image 1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212" y="2144268"/>
            <a:ext cx="1550125" cy="34930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9776" y="5824728"/>
            <a:ext cx="1668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577840" y="1938528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21214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比例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01968" y="210312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所有截图按手机真实比例放入，不强行拉伸成宽图。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5577840" y="2834640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30175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文字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01968" y="299923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一页一个主标题，说明文控制在两行以内。</a:t>
            </a:r>
            <a:endParaRPr lang="en-US" sz="1060" dirty="0"/>
          </a:p>
        </p:txBody>
      </p:sp>
      <p:sp>
        <p:nvSpPr>
          <p:cNvPr id="19" name="Shape 15"/>
          <p:cNvSpPr/>
          <p:nvPr/>
        </p:nvSpPr>
        <p:spPr>
          <a:xfrm>
            <a:off x="5577840" y="3730752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15000" y="39136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层级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01968" y="389534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大标题、结论卡、截图和注释分层，不互相抢位置。</a:t>
            </a:r>
            <a:endParaRPr lang="en-US" sz="1060" dirty="0"/>
          </a:p>
        </p:txBody>
      </p:sp>
      <p:sp>
        <p:nvSpPr>
          <p:cNvPr id="22" name="Shape 18"/>
          <p:cNvSpPr/>
          <p:nvPr/>
        </p:nvSpPr>
        <p:spPr>
          <a:xfrm>
            <a:off x="5577840" y="4626864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15000" y="48097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检查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01968" y="479145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PowerPoint 导出 PNG 预览和联系表，逐页看遮挡与溢出。</a:t>
            </a:r>
            <a:endParaRPr lang="en-US" sz="106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交付物：一份可以直接用于汇报的新 PPT。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949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文件会经过真实 PowerPoint 打开、16:9 比例读取、动画检查、导出预览和联系表检查。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6479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 读取 960×540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截图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7667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真实软件页面等比插入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93699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1987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文字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8855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标题/正文层级统一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13232" y="3410712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动画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64792" y="36210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逐页淡入与转场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325112" y="3410712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07992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规范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76672" y="36210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导出预览检查元素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13232" y="5102352"/>
            <a:ext cx="10442448" cy="658368"/>
          </a:xfrm>
          <a:prstGeom prst="roundRect">
            <a:avLst>
              <a:gd name="adj" fmla="val 19444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7552" y="5330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最终文件：outputs/manual-20260608-ppt-redesign/output/中医云健康App汇报-新版.pptx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宽屏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Microsoft YaHei UI</vt:lpstr>
      <vt:lpstr>Microsoft YaHei</vt:lpstr>
      <vt:lpstr>Aptos</vt:lpstr>
      <vt:lpstr>Aptos Display</vt:lpstr>
      <vt:lpstr>Arial</vt:lpstr>
      <vt:lpstr>Cascadia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中医云健康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中医云健康App汇报-新版</dc:title>
  <dc:subject>中医云健康 App 汇报新版</dc:subject>
  <dc:creator>Codex</dc:creator>
  <cp:lastModifiedBy>慕 倾</cp:lastModifiedBy>
  <cp:revision>2</cp:revision>
  <dcterms:created xsi:type="dcterms:W3CDTF">2026-06-08T08:59:36Z</dcterms:created>
  <dcterms:modified xsi:type="dcterms:W3CDTF">2026-06-08T08:59:37Z</dcterms:modified>
</cp:coreProperties>
</file>