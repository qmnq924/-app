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973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pic>
        <p:nvPicPr>
          <p:cNvPr id="3" name="Image 0" descr="C:\Users\Administrator\Documents\中医云健康app\outputs\manual-20260608-ppt-redesign\presentations\tcm-health-redesign\assets\redesign-hero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680" y="0"/>
            <a:ext cx="557784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REPORT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987552"/>
            <a:ext cx="5349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中医云健康 App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项目汇报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66928" y="2724912"/>
            <a:ext cx="51663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面向传染病方向的移动端健康管理 App：从首页状态、AI 问诊、健康检测到慢病档案，形成可运行、可打包、可演示的完整产品。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5216" y="3858768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DFF3EE"/>
          </a:solidFill>
          <a:ln w="12700">
            <a:solidFill>
              <a:srgbClr val="DFF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" y="3927348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React/Vite/TypeScript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139696" y="3858768"/>
            <a:ext cx="1078992" cy="310896"/>
          </a:xfrm>
          <a:prstGeom prst="roundRect">
            <a:avLst>
              <a:gd name="adj" fmla="val 35294"/>
            </a:avLst>
          </a:prstGeom>
          <a:solidFill>
            <a:srgbClr val="E7EDFF"/>
          </a:solidFill>
          <a:ln w="12700">
            <a:solidFill>
              <a:srgbClr val="E7ED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39696" y="3927348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E6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Capacitor APK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364992" y="3858768"/>
            <a:ext cx="987552" cy="310896"/>
          </a:xfrm>
          <a:prstGeom prst="roundRect">
            <a:avLst>
              <a:gd name="adj" fmla="val 35294"/>
            </a:avLst>
          </a:prstGeom>
          <a:solidFill>
            <a:srgbClr val="FFF2CF"/>
          </a:solidFill>
          <a:ln w="12700">
            <a:solidFill>
              <a:srgbClr val="FFF2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64992" y="3927348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C6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传染病管理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892040" y="1325880"/>
            <a:ext cx="2218287" cy="4800600"/>
          </a:xfrm>
          <a:prstGeom prst="roundRect">
            <a:avLst>
              <a:gd name="adj" fmla="val 9069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15" name="Image 1" descr="C:\Users\Administrator\Documents\中医云健康app\outputs\manual-20260608-ppt-redesign\presentations\tcm-health-redesign\screens\h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476" y="1385316"/>
            <a:ext cx="2099415" cy="46817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92040" y="6254496"/>
            <a:ext cx="22182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真实首页截图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03504" y="608076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新版汇报版式：留白更大、截图等比、文字层级清晰。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9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92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9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3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1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这不是功能清单，而是一条健康管理路径。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78638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汇报时要让听众先理解产品逻辑：用户每天进来，不是浏览页面，而是完成一次健康状态判断。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8368" y="2359152"/>
            <a:ext cx="3246120" cy="2743200"/>
          </a:xfrm>
          <a:prstGeom prst="roundRect">
            <a:avLst>
              <a:gd name="adj" fmla="val 4667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9536" y="25786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77824" y="31821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先看状态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7824" y="3730752"/>
            <a:ext cx="2615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首页整合评分、风险、待办和指标摘要，第一屏直接回答“今天重点是什么”。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2359152"/>
            <a:ext cx="3246120" cy="2743200"/>
          </a:xfrm>
          <a:prstGeom prst="roundRect">
            <a:avLst>
              <a:gd name="adj" fmla="val 4667"/>
            </a:avLst>
          </a:prstGeom>
          <a:solidFill>
            <a:srgbClr val="E7ED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0288" y="25786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6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08576" y="31821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再做动作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08576" y="3730752"/>
            <a:ext cx="2615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问诊、检测、慢病档案、饮食和运动不是孤立模块，而是连续行动。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19872" y="2359152"/>
            <a:ext cx="3246120" cy="2743200"/>
          </a:xfrm>
          <a:prstGeom prst="roundRect">
            <a:avLst>
              <a:gd name="adj" fmla="val 4667"/>
            </a:avLst>
          </a:prstGeom>
          <a:solidFill>
            <a:srgbClr val="FFF2C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21040" y="25786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36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39328" y="31821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最后沉淀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39328" y="3730752"/>
            <a:ext cx="2615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百科、讲堂、个人档案和设置承接学习、收藏、本地数据与隐私说明。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5669280"/>
            <a:ext cx="10058400" cy="0"/>
          </a:xfrm>
          <a:prstGeom prst="line">
            <a:avLst/>
          </a:prstGeom>
          <a:noFill/>
          <a:ln w="15240">
            <a:solidFill>
              <a:srgbClr val="0D7A6A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587959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汇报主线：状态入口 → 问诊/检测 → 疾病档案 → 康复管理 → 内容与数据闭环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9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92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9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3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5"/>
          </a:solidFill>
          <a:ln w="12700">
            <a:solidFill>
              <a:srgbClr val="F7F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首页像一个健康驾驶舱，而不是菜单页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217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真实截图展示：评分、风险、待办、核心入口和数据摘要都在移动端第一屏建立优先级。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882128" y="713232"/>
            <a:ext cx="2471805" cy="5349240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564" y="772668"/>
            <a:ext cx="2352933" cy="5230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82128" y="6190488"/>
            <a:ext cx="24718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首页健康仪表盘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85800" y="2240280"/>
            <a:ext cx="150876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32104" y="236829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健康评分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832104" y="25877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395728" y="2240280"/>
            <a:ext cx="169164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542032" y="236829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重点疾病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2542032" y="25877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6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肺结核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343400" y="2240280"/>
            <a:ext cx="14813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489704" y="236829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核心入口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4489704" y="258775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36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个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13232" y="3474720"/>
            <a:ext cx="82296" cy="82296"/>
          </a:xfrm>
          <a:prstGeom prst="ellipse">
            <a:avLst/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" y="340156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第一屏把“今天该关注什么”讲清楚，降低用户进入后的迷失感。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13232" y="3986784"/>
            <a:ext cx="82296" cy="82296"/>
          </a:xfrm>
          <a:prstGeom prst="ellipse">
            <a:avLst/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7824" y="391363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五栏底部导航负责主路径，首页宫格负责次级服务。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13232" y="4498848"/>
            <a:ext cx="82296" cy="82296"/>
          </a:xfrm>
          <a:prstGeom prst="ellipse">
            <a:avLst/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7824" y="442569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疾病切换、风险提示、检测摘要和推荐内容形成完整服务体系。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85800" y="5303520"/>
            <a:ext cx="5925312" cy="566928"/>
          </a:xfrm>
          <a:prstGeom prst="roundRect">
            <a:avLst>
              <a:gd name="adj" fmla="val 22581"/>
            </a:avLst>
          </a:prstGeom>
          <a:solidFill>
            <a:srgbClr val="102421"/>
          </a:solidFill>
          <a:ln w="10160">
            <a:solidFill>
              <a:srgbClr val="102421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14400" y="5495544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这一页是产品感的核心：让用户感到 App 在主动帮他管理，而不是等他自己找功能。</a:t>
            </a:r>
            <a:endParaRPr lang="en-US" sz="11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3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1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46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9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CONSULT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275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问诊把一句症状，转成一组可执行建议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408176"/>
            <a:ext cx="7315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真实页面保留聊天体验，结果以辨证思路、生活方式建议和就医提醒卡片呈现。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41248" y="1874520"/>
            <a:ext cx="1880262" cy="4069080"/>
          </a:xfrm>
          <a:prstGeom prst="roundRect">
            <a:avLst>
              <a:gd name="adj" fmla="val 10699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con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1933956"/>
            <a:ext cx="1761390" cy="39502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6071616"/>
            <a:ext cx="18802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在线问诊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86784" y="1874520"/>
            <a:ext cx="1901952" cy="1591056"/>
          </a:xfrm>
          <a:prstGeom prst="roundRect">
            <a:avLst>
              <a:gd name="adj" fmla="val 8046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169664" y="20391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645152" y="20848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输入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197096" y="2743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症状、时长、接触史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327648" y="1874520"/>
            <a:ext cx="1901952" cy="1591056"/>
          </a:xfrm>
          <a:prstGeom prst="roundRect">
            <a:avLst>
              <a:gd name="adj" fmla="val 8046"/>
            </a:avLst>
          </a:prstGeom>
          <a:solidFill>
            <a:srgbClr val="E7ED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10528" y="20391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6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986016" y="20848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识别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537960" y="2743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传染病方向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668512" y="1874520"/>
            <a:ext cx="1901952" cy="1591056"/>
          </a:xfrm>
          <a:prstGeom prst="roundRect">
            <a:avLst>
              <a:gd name="adj" fmla="val 8046"/>
            </a:avLst>
          </a:prstGeom>
          <a:solidFill>
            <a:srgbClr val="FFF2C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851392" y="20391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9326880" y="20848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输出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878824" y="2743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辨证 + 建议 + 提醒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986784" y="4187952"/>
            <a:ext cx="70866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251960" y="44074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问诊页的汇报重点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251960" y="477316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它不是“AI 聊天窗口”的演示，而是把输入结构化为：疾病方向判断、辨证依据、健康管理动作和红旗症状提醒。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3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1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46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5"/>
          </a:solidFill>
          <a:ln w="12700">
            <a:solidFill>
              <a:srgbClr val="F7F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DATA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检测页从“填表”升级成“风险状态”。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217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体温、血压、血糖、心率、睡眠和步数被放进同一套评分逻辑，方便连续观察。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955280" y="777240"/>
            <a:ext cx="2429552" cy="5257800"/>
          </a:xfrm>
          <a:prstGeom prst="roundRect">
            <a:avLst>
              <a:gd name="adj" fmla="val 8280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heal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716" y="836676"/>
            <a:ext cx="2310680" cy="5138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0" y="6163056"/>
            <a:ext cx="2429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健康检测页面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76656" y="2148840"/>
            <a:ext cx="621792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0120" y="24323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7 日趋势示意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60704" y="3335731"/>
            <a:ext cx="310896" cy="395021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55648" y="3204058"/>
            <a:ext cx="310896" cy="526694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50592" y="3138221"/>
            <a:ext cx="310896" cy="592531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45536" y="3050438"/>
            <a:ext cx="310896" cy="680314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0480" y="2940710"/>
            <a:ext cx="310896" cy="790042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35424" y="2874874"/>
            <a:ext cx="310896" cy="855878"/>
          </a:xfrm>
          <a:prstGeom prst="roundRect">
            <a:avLst>
              <a:gd name="adj" fmla="val 17647"/>
            </a:avLst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30368" y="2765146"/>
            <a:ext cx="310896" cy="965606"/>
          </a:xfrm>
          <a:prstGeom prst="roundRect">
            <a:avLst>
              <a:gd name="adj" fmla="val 17647"/>
            </a:avLst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2688" y="3767328"/>
            <a:ext cx="5010912" cy="0"/>
          </a:xfrm>
          <a:prstGeom prst="line">
            <a:avLst/>
          </a:prstGeom>
          <a:noFill/>
          <a:ln w="12700">
            <a:solidFill>
              <a:srgbClr val="DDE8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4828032"/>
            <a:ext cx="14813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59536" y="495604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体温</a:t>
            </a:r>
            <a:endParaRPr lang="en-US" sz="880" dirty="0"/>
          </a:p>
        </p:txBody>
      </p:sp>
      <p:sp>
        <p:nvSpPr>
          <p:cNvPr id="22" name="Text 19"/>
          <p:cNvSpPr/>
          <p:nvPr/>
        </p:nvSpPr>
        <p:spPr>
          <a:xfrm>
            <a:off x="859536" y="517550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36.7°C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395728" y="4828032"/>
            <a:ext cx="1517904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542032" y="495604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血压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2542032" y="517550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6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118/76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4096512" y="4828032"/>
            <a:ext cx="132588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242816" y="495604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血糖</a:t>
            </a:r>
            <a:endParaRPr lang="en-US" sz="880" dirty="0"/>
          </a:p>
        </p:txBody>
      </p:sp>
      <p:sp>
        <p:nvSpPr>
          <p:cNvPr id="28" name="Text 25"/>
          <p:cNvSpPr/>
          <p:nvPr/>
        </p:nvSpPr>
        <p:spPr>
          <a:xfrm>
            <a:off x="4242816" y="51755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36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5.6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596128" y="4828032"/>
            <a:ext cx="132588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742432" y="495604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睡眠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5742432" y="51755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7.2h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3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1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46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9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DISEASE 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909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传染病管理需要“疾病库 + 日常动作”。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74980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内置艾滋病、肺结核、病毒性肝炎、流感、手足口病，围绕症状、证型、饮食、运动和就医提醒组织。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3232" y="1051560"/>
            <a:ext cx="2429552" cy="5257800"/>
          </a:xfrm>
          <a:prstGeom prst="roundRect">
            <a:avLst>
              <a:gd name="adj" fmla="val 8280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chron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110996"/>
            <a:ext cx="2310680" cy="5138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6437376"/>
            <a:ext cx="2429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传染病管理页面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794760" y="1417320"/>
            <a:ext cx="708660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41648" y="15544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艾滋病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833872" y="155448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依从性 / 机会感染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308592" y="1527048"/>
            <a:ext cx="777240" cy="310896"/>
          </a:xfrm>
          <a:prstGeom prst="roundRect">
            <a:avLst>
              <a:gd name="adj" fmla="val 35294"/>
            </a:avLst>
          </a:prstGeom>
          <a:solidFill>
            <a:srgbClr val="EEF1F0"/>
          </a:solidFill>
          <a:ln w="12700">
            <a:solidFill>
              <a:srgbClr val="EEF1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08592" y="1595628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794760" y="2167128"/>
            <a:ext cx="7086600" cy="530352"/>
          </a:xfrm>
          <a:prstGeom prst="roundRect">
            <a:avLst>
              <a:gd name="adj" fmla="val 24138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41648" y="23042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肺结核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833872" y="23042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规范治疗 / 通风隔离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308592" y="2276856"/>
            <a:ext cx="777240" cy="310896"/>
          </a:xfrm>
          <a:prstGeom prst="roundRect">
            <a:avLst>
              <a:gd name="adj" fmla="val 35294"/>
            </a:avLst>
          </a:prstGeom>
          <a:solidFill>
            <a:srgbClr val="DFF3EE"/>
          </a:solidFill>
          <a:ln w="12700">
            <a:solidFill>
              <a:srgbClr val="DFF3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08592" y="2345436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当前重点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794760" y="2916936"/>
            <a:ext cx="708660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41648" y="305409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病毒性肝炎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833872" y="30540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肝功 / 病毒载量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308592" y="3026664"/>
            <a:ext cx="777240" cy="310896"/>
          </a:xfrm>
          <a:prstGeom prst="roundRect">
            <a:avLst>
              <a:gd name="adj" fmla="val 35294"/>
            </a:avLst>
          </a:prstGeom>
          <a:solidFill>
            <a:srgbClr val="EEF1F0"/>
          </a:solidFill>
          <a:ln w="12700">
            <a:solidFill>
              <a:srgbClr val="EEF1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308592" y="3095244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794760" y="3666744"/>
            <a:ext cx="708660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041648" y="380390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流感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33872" y="38039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体温 / 呼吸道症状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308592" y="3776472"/>
            <a:ext cx="777240" cy="310896"/>
          </a:xfrm>
          <a:prstGeom prst="roundRect">
            <a:avLst>
              <a:gd name="adj" fmla="val 35294"/>
            </a:avLst>
          </a:prstGeom>
          <a:solidFill>
            <a:srgbClr val="EEF1F0"/>
          </a:solidFill>
          <a:ln w="12700">
            <a:solidFill>
              <a:srgbClr val="EEF1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308592" y="38450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794760" y="4416552"/>
            <a:ext cx="708660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041648" y="45537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手足口病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833872" y="455371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皮疹 / 儿童观察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9308592" y="4526280"/>
            <a:ext cx="777240" cy="310896"/>
          </a:xfrm>
          <a:prstGeom prst="roundRect">
            <a:avLst>
              <a:gd name="adj" fmla="val 35294"/>
            </a:avLst>
          </a:prstGeom>
          <a:solidFill>
            <a:srgbClr val="EEF1F0"/>
          </a:solidFill>
          <a:ln w="12700">
            <a:solidFill>
              <a:srgbClr val="EEF1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308592" y="4594860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794760" y="5376672"/>
            <a:ext cx="7086600" cy="658368"/>
          </a:xfrm>
          <a:prstGeom prst="roundRect">
            <a:avLst>
              <a:gd name="adj" fmla="val 19444"/>
            </a:avLst>
          </a:prstGeom>
          <a:solidFill>
            <a:srgbClr val="102421"/>
          </a:solidFill>
          <a:ln w="10160">
            <a:solidFill>
              <a:srgbClr val="102421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4096512" y="5605272"/>
            <a:ext cx="635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汇报话术：疾病库不是百科堆叠，而是慢病式连续管理的基础数据层。</a:t>
            </a:r>
            <a:endParaRPr lang="en-US" sz="118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3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1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46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9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5"/>
          </a:solidFill>
          <a:ln w="12700">
            <a:solidFill>
              <a:srgbClr val="F7F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 LOOP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饮食、体质、运动和内容构成恢复闭环。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7665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用户完成问诊和检测后，需要知道怎么吃、能不能动、看什么内容、怎样持续记录。</a:t>
            </a:r>
            <a:endParaRPr lang="en-US" sz="1350" dirty="0"/>
          </a:p>
        </p:txBody>
      </p:sp>
      <p:pic>
        <p:nvPicPr>
          <p:cNvPr id="7" name="Image 0" descr="C:\Users\Administrator\Documents\中医云健康app\outputs\manual-20260608-ppt-redesign\presentations\tcm-health-redesign\assets\redesign-flow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2200" y="914400"/>
            <a:ext cx="4800600" cy="2834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" y="1874520"/>
            <a:ext cx="2395728" cy="969264"/>
          </a:xfrm>
          <a:prstGeom prst="roundRect">
            <a:avLst>
              <a:gd name="adj" fmla="val 13208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7824" y="20391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膳食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77824" y="236829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清淡高蛋白、补水、避免烟酒辛辣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3502152" y="1874520"/>
            <a:ext cx="2395728" cy="969264"/>
          </a:xfrm>
          <a:prstGeom prst="roundRect">
            <a:avLst>
              <a:gd name="adj" fmla="val 13208"/>
            </a:avLst>
          </a:prstGeom>
          <a:solidFill>
            <a:srgbClr val="E7ED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66744" y="20391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体质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66744" y="236829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九种体质问卷，输出调理方向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713232" y="3172968"/>
            <a:ext cx="2395728" cy="969264"/>
          </a:xfrm>
          <a:prstGeom prst="roundRect">
            <a:avLst>
              <a:gd name="adj" fmla="val 13208"/>
            </a:avLst>
          </a:prstGeom>
          <a:solidFill>
            <a:srgbClr val="FFF2C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77824" y="3337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运动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77824" y="366674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恢复期轻量运动，发热期暂停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502152" y="3172968"/>
            <a:ext cx="2395728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666744" y="3337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内容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666744" y="366674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百科与讲堂承接科普和收藏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7406640" y="3456432"/>
            <a:ext cx="1161960" cy="2514600"/>
          </a:xfrm>
          <a:prstGeom prst="roundRect">
            <a:avLst>
              <a:gd name="adj" fmla="val 17313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21" name="Image 1" descr="C:\Users\Administrator\Documents\中医云健康app\outputs\manual-20260608-ppt-redesign\presentations\tcm-health-redesign\screens\l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3515868"/>
            <a:ext cx="1043088" cy="239572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406640" y="6099048"/>
            <a:ext cx="116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讲堂内容页面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9372600" y="3456432"/>
            <a:ext cx="1161960" cy="2514600"/>
          </a:xfrm>
          <a:prstGeom prst="roundRect">
            <a:avLst>
              <a:gd name="adj" fmla="val 17313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24" name="Image 2" descr="C:\Users\Administrator\Documents\中医云健康app\outputs\manual-20260608-ppt-redesign\presentations\tcm-health-redesign\screens\prof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2036" y="3515868"/>
            <a:ext cx="1043088" cy="239572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372600" y="6099048"/>
            <a:ext cx="116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个人档案页面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9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92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9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3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技术上保留轻量，但交付链路完整。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858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项目不依赖真实后端，使用本地 mock 和 localStorage，最终通过 Capacitor 生成 Android APK。</a:t>
            </a:r>
            <a:endParaRPr lang="en-US" sz="1350" dirty="0"/>
          </a:p>
        </p:txBody>
      </p:sp>
      <p:pic>
        <p:nvPicPr>
          <p:cNvPr id="7" name="Image 0" descr="C:\Users\Administrator\Documents\中医云健康app\outputs\manual-20260608-ppt-redesign\presentations\tcm-health-redesign\assets\redesign-abstract-care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03720" y="960120"/>
            <a:ext cx="4114800" cy="2331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9536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9536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页面构建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340864" y="3282696"/>
            <a:ext cx="457200" cy="0"/>
          </a:xfrm>
          <a:prstGeom prst="line">
            <a:avLst/>
          </a:prstGeom>
          <a:noFill/>
          <a:ln w="19050">
            <a:solidFill>
              <a:srgbClr val="0D7A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89504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035808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035808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交互逻辑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17136" y="3282696"/>
            <a:ext cx="457200" cy="0"/>
          </a:xfrm>
          <a:prstGeom prst="line">
            <a:avLst/>
          </a:prstGeom>
          <a:noFill/>
          <a:ln w="19050">
            <a:solidFill>
              <a:srgbClr val="0D7A6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65776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212080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localStorage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12080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本地数据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693408" y="3282696"/>
            <a:ext cx="457200" cy="0"/>
          </a:xfrm>
          <a:prstGeom prst="line">
            <a:avLst/>
          </a:prstGeom>
          <a:noFill/>
          <a:ln w="19050">
            <a:solidFill>
              <a:srgbClr val="0D7A6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42048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388352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Capacitor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88352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 WebView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869680" y="3282696"/>
            <a:ext cx="457200" cy="0"/>
          </a:xfrm>
          <a:prstGeom prst="line">
            <a:avLst/>
          </a:prstGeom>
          <a:noFill/>
          <a:ln w="19050">
            <a:solidFill>
              <a:srgbClr val="0D7A6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418320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102421"/>
          </a:solidFill>
          <a:ln w="10160">
            <a:solidFill>
              <a:srgbClr val="102421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564624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APK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564624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F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手机测试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13232" y="4773168"/>
            <a:ext cx="5120640" cy="822960"/>
          </a:xfrm>
          <a:prstGeom prst="roundRect">
            <a:avLst>
              <a:gd name="adj" fmla="val 15556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932688" y="49834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MCP 流程参考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148840" y="4956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参考：ykuwai/ppt-mcp。采用 PowerPoint COM 自动化思路，最终用本机 PowerPoint 打开、加动画、导出预览检查。</a:t>
            </a:r>
            <a:endParaRPr lang="en-US" sz="106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9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92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9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3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9" grpId="0" animBg="1"/>
      <p:bldP spid="10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5"/>
          </a:solidFill>
          <a:ln w="12700">
            <a:solidFill>
              <a:srgbClr val="F7F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QA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新版 PPT 的设计原则：少字、等比、留白。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5836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面向汇报场景，重点不是塞满信息，而是让每一页都能被听众快速理解。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298448"/>
            <a:ext cx="2007021" cy="4343400"/>
          </a:xfrm>
          <a:prstGeom prst="roundRect">
            <a:avLst>
              <a:gd name="adj" fmla="val 10023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au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1357884"/>
            <a:ext cx="1888149" cy="42245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769864"/>
            <a:ext cx="20070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788920" y="1298448"/>
            <a:ext cx="2007021" cy="4343400"/>
          </a:xfrm>
          <a:prstGeom prst="roundRect">
            <a:avLst>
              <a:gd name="adj" fmla="val 10023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11" name="Image 1" descr="C:\Users\Administrator\Documents\中医云健康app\outputs\manual-20260608-ppt-redesign\presentations\tcm-health-redesign\screens\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8356" y="1357884"/>
            <a:ext cx="1888149" cy="42245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88920" y="5769864"/>
            <a:ext cx="20070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5486400" y="1444752"/>
            <a:ext cx="534924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15000" y="16276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比例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601968" y="160934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所有截图按手机真实比例放入，不强行拉伸成宽图。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5486400" y="2404872"/>
            <a:ext cx="5349240" cy="658368"/>
          </a:xfrm>
          <a:prstGeom prst="roundRect">
            <a:avLst>
              <a:gd name="adj" fmla="val 19444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15000" y="25877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文字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601968" y="256946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一页一个主标题，说明文控制在两行以内。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5486400" y="3364992"/>
            <a:ext cx="534924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15000" y="35478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层级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601968" y="352958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大标题、结论卡、截图和注释分层，不互相抢位置。</a:t>
            </a:r>
            <a:endParaRPr lang="en-US" sz="1080" dirty="0"/>
          </a:p>
        </p:txBody>
      </p:sp>
      <p:sp>
        <p:nvSpPr>
          <p:cNvPr id="22" name="Shape 18"/>
          <p:cNvSpPr/>
          <p:nvPr/>
        </p:nvSpPr>
        <p:spPr>
          <a:xfrm>
            <a:off x="5486400" y="4325112"/>
            <a:ext cx="5349240" cy="658368"/>
          </a:xfrm>
          <a:prstGeom prst="roundRect">
            <a:avLst>
              <a:gd name="adj" fmla="val 19444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715000" y="45079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检查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601968" y="448970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PowerPoint 导出 PNG 预览和联系表，逐页看遮挡与溢出。</a:t>
            </a:r>
            <a:endParaRPr lang="en-US" sz="108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3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9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交付物：一份可以直接用于汇报的新 PPT。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949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文件会经过真实 PowerPoint 打开、16:9 比例读取、动画检查、导出预览和联系表检查。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3232" y="2148840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2331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16:9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64792" y="235915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PowerPoint 读取 960×540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25112" y="2148840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E7ED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07992" y="2331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截图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76672" y="235915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真实软件页面等比插入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936992" y="2148840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FFF2C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19872" y="2331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文字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88552" y="235915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标题/正文层级统一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13232" y="3410712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35935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动画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64792" y="36210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逐页淡入与转场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325112" y="3410712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07992" y="35935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规范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76672" y="36210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导出预览检查元素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13232" y="5102352"/>
            <a:ext cx="10442448" cy="658368"/>
          </a:xfrm>
          <a:prstGeom prst="roundRect">
            <a:avLst>
              <a:gd name="adj" fmla="val 19444"/>
            </a:avLst>
          </a:prstGeom>
          <a:solidFill>
            <a:srgbClr val="102421"/>
          </a:solidFill>
          <a:ln w="10160">
            <a:solidFill>
              <a:srgbClr val="102421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87552" y="5330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最终文件：outputs/manual-20260608-ppt-redesign/output/中医云健康App汇报-新版.pptx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9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92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9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3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</Words>
  <Application>Microsoft Office PowerPoint</Application>
  <PresentationFormat>宽屏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Microsoft YaHei UI</vt:lpstr>
      <vt:lpstr>Microsoft YaHei</vt:lpstr>
      <vt:lpstr>Aptos</vt:lpstr>
      <vt:lpstr>Aptos Display</vt:lpstr>
      <vt:lpstr>Arial</vt:lpstr>
      <vt:lpstr>Cascadia Mono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中医云健康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中医云健康App汇报-新版</dc:title>
  <dc:subject>中医云健康 App 汇报新版</dc:subject>
  <dc:creator>Codex</dc:creator>
  <cp:lastModifiedBy>慕 倾</cp:lastModifiedBy>
  <cp:revision>2</cp:revision>
  <dcterms:created xsi:type="dcterms:W3CDTF">2026-06-08T08:27:55Z</dcterms:created>
  <dcterms:modified xsi:type="dcterms:W3CDTF">2026-06-08T08:27:57Z</dcterms:modified>
</cp:coreProperties>
</file>